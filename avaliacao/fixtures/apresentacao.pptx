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separação das duas chamadas.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AuGPT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Agente local com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Decisão em JSON</a:t>
            </a:r>
          </a:p>
          <a:p>
            <a:r>
              <a:t>Redação em texto puro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